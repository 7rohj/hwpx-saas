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6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288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9850D-2787-407B-A2C1-3F6E9EDAE9B9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2A0A4-074D-4307-8812-E3716BC613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30732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9850D-2787-407B-A2C1-3F6E9EDAE9B9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2A0A4-074D-4307-8812-E3716BC613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07582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9850D-2787-407B-A2C1-3F6E9EDAE9B9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2A0A4-074D-4307-8812-E3716BC613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818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9850D-2787-407B-A2C1-3F6E9EDAE9B9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2A0A4-074D-4307-8812-E3716BC613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4584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9850D-2787-407B-A2C1-3F6E9EDAE9B9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2A0A4-074D-4307-8812-E3716BC613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941764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9850D-2787-407B-A2C1-3F6E9EDAE9B9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2A0A4-074D-4307-8812-E3716BC613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260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9850D-2787-407B-A2C1-3F6E9EDAE9B9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2A0A4-074D-4307-8812-E3716BC613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06484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9850D-2787-407B-A2C1-3F6E9EDAE9B9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2A0A4-074D-4307-8812-E3716BC613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549319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9850D-2787-407B-A2C1-3F6E9EDAE9B9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2A0A4-074D-4307-8812-E3716BC613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13524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9850D-2787-407B-A2C1-3F6E9EDAE9B9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2A0A4-074D-4307-8812-E3716BC613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14997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09850D-2787-407B-A2C1-3F6E9EDAE9B9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A2A0A4-074D-4307-8812-E3716BC613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22379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09850D-2787-407B-A2C1-3F6E9EDAE9B9}" type="datetimeFigureOut">
              <a:rPr lang="ko-KR" altLang="en-US" smtClean="0"/>
              <a:t>2026-02-02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A2A0A4-074D-4307-8812-E3716BC613F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75120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399" y="461553"/>
            <a:ext cx="4305901" cy="5858693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362575" y="1247775"/>
            <a:ext cx="288732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/>
              <a:t>사용자 친화적인 입력방식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7220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</Words>
  <Application>Microsoft Office PowerPoint</Application>
  <PresentationFormat>와이드스크린</PresentationFormat>
  <Paragraphs>1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4" baseType="lpstr">
      <vt:lpstr>맑은 고딕</vt:lpstr>
      <vt:lpstr>Arial</vt:lpstr>
      <vt:lpstr>Office 테마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1</cp:revision>
  <dcterms:created xsi:type="dcterms:W3CDTF">2026-02-02T11:04:31Z</dcterms:created>
  <dcterms:modified xsi:type="dcterms:W3CDTF">2026-02-02T11:04:39Z</dcterms:modified>
</cp:coreProperties>
</file>