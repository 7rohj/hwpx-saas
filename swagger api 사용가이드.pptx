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7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9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2" y="10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2BDC3-63CD-4F67-BD35-82B2E23E2D41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AC67-F6CC-46BF-BEBA-A5B32B756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593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2BDC3-63CD-4F67-BD35-82B2E23E2D41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AC67-F6CC-46BF-BEBA-A5B32B756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851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2BDC3-63CD-4F67-BD35-82B2E23E2D41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AC67-F6CC-46BF-BEBA-A5B32B756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943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2BDC3-63CD-4F67-BD35-82B2E23E2D41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AC67-F6CC-46BF-BEBA-A5B32B756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465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2BDC3-63CD-4F67-BD35-82B2E23E2D41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AC67-F6CC-46BF-BEBA-A5B32B756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818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2BDC3-63CD-4F67-BD35-82B2E23E2D41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AC67-F6CC-46BF-BEBA-A5B32B756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963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2BDC3-63CD-4F67-BD35-82B2E23E2D41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AC67-F6CC-46BF-BEBA-A5B32B756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210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2BDC3-63CD-4F67-BD35-82B2E23E2D41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AC67-F6CC-46BF-BEBA-A5B32B756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468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2BDC3-63CD-4F67-BD35-82B2E23E2D41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AC67-F6CC-46BF-BEBA-A5B32B756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422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2BDC3-63CD-4F67-BD35-82B2E23E2D41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AC67-F6CC-46BF-BEBA-A5B32B756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755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2BDC3-63CD-4F67-BD35-82B2E23E2D41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DAC67-F6CC-46BF-BEBA-A5B32B756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894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C2BDC3-63CD-4F67-BD35-82B2E23E2D41}" type="datetimeFigureOut">
              <a:rPr lang="ko-KR" altLang="en-US" smtClean="0"/>
              <a:t>2026-03-09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DAC67-F6CC-46BF-BEBA-A5B32B756C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277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782" y="1395128"/>
            <a:ext cx="9564435" cy="4067743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313782" y="2601686"/>
            <a:ext cx="9484847" cy="57694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060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651" y="-324374"/>
            <a:ext cx="9478698" cy="7506748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9372600" y="967154"/>
            <a:ext cx="1301262" cy="43961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887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125" y="804496"/>
            <a:ext cx="9497750" cy="524900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253154" y="2110154"/>
            <a:ext cx="738554" cy="298938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141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651" y="2023866"/>
            <a:ext cx="9478698" cy="281026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538514" y="4136571"/>
            <a:ext cx="9144000" cy="5080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276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361" y="1471339"/>
            <a:ext cx="9507277" cy="3915321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527175" y="2235200"/>
            <a:ext cx="542925" cy="3048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606675" y="2847974"/>
            <a:ext cx="2955925" cy="2190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270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361" y="2171524"/>
            <a:ext cx="9507277" cy="2514951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342361" y="2757714"/>
            <a:ext cx="9507277" cy="6096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87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704" y="151942"/>
            <a:ext cx="9440592" cy="655411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9405257" y="2032000"/>
            <a:ext cx="1219200" cy="4064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0447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177" y="-52874"/>
            <a:ext cx="9459645" cy="696374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529862" y="3270738"/>
            <a:ext cx="9091246" cy="2831124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529862" y="6388099"/>
            <a:ext cx="9091246" cy="52277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7191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361" y="1871445"/>
            <a:ext cx="9507277" cy="311511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1512887" y="2590799"/>
            <a:ext cx="542925" cy="3048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601913" y="3209925"/>
            <a:ext cx="2840037" cy="21907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875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651" y="228153"/>
            <a:ext cx="9478698" cy="6401693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1356651" y="6000750"/>
            <a:ext cx="9478698" cy="629096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580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125" y="923575"/>
            <a:ext cx="9497750" cy="501084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670628" y="3918857"/>
            <a:ext cx="3352801" cy="5080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553029" y="4891313"/>
            <a:ext cx="9085942" cy="522515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5979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888" y="799733"/>
            <a:ext cx="9488224" cy="5258534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336800" y="4267200"/>
            <a:ext cx="1132114" cy="275771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527175" y="3933825"/>
            <a:ext cx="542925" cy="30480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615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1292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0</Words>
  <Application>Microsoft Office PowerPoint</Application>
  <PresentationFormat>와이드스크린</PresentationFormat>
  <Paragraphs>0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4</cp:revision>
  <dcterms:created xsi:type="dcterms:W3CDTF">2026-03-09T03:36:16Z</dcterms:created>
  <dcterms:modified xsi:type="dcterms:W3CDTF">2026-03-09T04:20:43Z</dcterms:modified>
</cp:coreProperties>
</file>